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7"/>
  </p:notesMasterIdLst>
  <p:sldIdLst>
    <p:sldId id="256" r:id="rId2"/>
    <p:sldId id="280" r:id="rId3"/>
    <p:sldId id="278" r:id="rId4"/>
    <p:sldId id="279" r:id="rId5"/>
    <p:sldId id="27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E47AA-3CF5-454B-AC44-467773F25DC1}" v="150" dt="2025-11-20T16:28:42.552"/>
    <p1510:client id="{F01B8100-B07D-46B3-9FB8-EF1E567AA9D3}" v="15" dt="2025-11-21T05:06:37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52" d="100"/>
          <a:sy n="52" d="100"/>
        </p:scale>
        <p:origin x="4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57B09-74FA-4148-8ACE-67874C6E3581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B9B6D-6F2B-4330-B7B6-DC2783BF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957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29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07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693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13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037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585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77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42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87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79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389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7203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45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90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517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639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0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9C7F8F3-53D2-41AB-995C-AFD86992C0A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38C7595-3D0B-4DCC-8851-F3953BE1A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4581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196B-C337-A9A3-2DB3-39C3508B3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448" y="2235200"/>
            <a:ext cx="10799103" cy="2387600"/>
          </a:xfrm>
        </p:spPr>
        <p:txBody>
          <a:bodyPr/>
          <a:lstStyle/>
          <a:p>
            <a:r>
              <a:rPr lang="en-IN" sz="4000" b="1" dirty="0"/>
              <a:t>Student Alcohol Consumption Analysis</a:t>
            </a:r>
            <a:br>
              <a:rPr lang="en-IN" sz="2800" dirty="0"/>
            </a:br>
            <a:br>
              <a:rPr lang="en-IN" sz="2800" b="1" dirty="0"/>
            </a:br>
            <a:r>
              <a:rPr lang="en-IN" sz="2800" b="1" dirty="0"/>
              <a:t>              </a:t>
            </a:r>
            <a:r>
              <a:rPr lang="en-US" sz="2400" b="1" dirty="0"/>
              <a:t>Portuguese vs Math | Key Insights Summary</a:t>
            </a:r>
            <a:br>
              <a:rPr lang="en-US" sz="5400" b="1" dirty="0"/>
            </a:b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841945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8DEC-8D4E-FD51-A2EC-B08C6ACB1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F8E19-3A59-8C2B-DF20-9E1D78373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2462935"/>
          </a:xfrm>
        </p:spPr>
        <p:txBody>
          <a:bodyPr>
            <a:normAutofit fontScale="70000" lnSpcReduction="20000"/>
          </a:bodyPr>
          <a:lstStyle/>
          <a:p>
            <a:r>
              <a:rPr lang="en-IN" sz="3800" dirty="0"/>
              <a:t> Two datasets: Portuguese &amp; Math</a:t>
            </a:r>
          </a:p>
          <a:p>
            <a:r>
              <a:rPr lang="en-IN" sz="3800" dirty="0"/>
              <a:t> 33 variables each (demographic, behavioural, academic)</a:t>
            </a:r>
          </a:p>
          <a:p>
            <a:r>
              <a:rPr lang="en-IN" sz="3800" dirty="0"/>
              <a:t> Target variable: G3 (final grade)</a:t>
            </a:r>
          </a:p>
          <a:p>
            <a:r>
              <a:rPr lang="en-IN" sz="3800" dirty="0"/>
              <a:t> Objective: Identify factors influencing student performance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07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9BD6-9D97-8A50-CFFB-130DA6601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747251"/>
            <a:ext cx="9404723" cy="2192593"/>
          </a:xfrm>
        </p:spPr>
        <p:txBody>
          <a:bodyPr/>
          <a:lstStyle/>
          <a:p>
            <a:pPr algn="l"/>
            <a:r>
              <a:rPr lang="en-US" sz="2400" dirty="0"/>
              <a:t>- Math failure rate (~33%) &gt; Portuguese (~15%)</a:t>
            </a:r>
            <a:br>
              <a:rPr lang="en-US" sz="2400" dirty="0"/>
            </a:br>
            <a:r>
              <a:rPr lang="en-US" sz="2400" dirty="0"/>
              <a:t>- Majority students have 0 past failures</a:t>
            </a:r>
            <a:br>
              <a:rPr lang="en-US" sz="2400" dirty="0"/>
            </a:br>
            <a:r>
              <a:rPr lang="en-US" sz="2400" dirty="0"/>
              <a:t>- G2 strongly mirrors G3</a:t>
            </a:r>
            <a:br>
              <a:rPr lang="en-US" sz="2400" dirty="0"/>
            </a:br>
            <a:r>
              <a:rPr lang="en-US" sz="2400" dirty="0"/>
              <a:t>- Alcohol consumption increases with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8512-8766-4C8B-6874-230A3D441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3428999"/>
            <a:ext cx="9404722" cy="32815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IN" sz="3200" b="1" dirty="0">
                <a:solidFill>
                  <a:srgbClr val="00B0F0"/>
                </a:solidFill>
              </a:rPr>
              <a:t>Diagnostic Analytics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endParaRPr lang="en-US" sz="2400" b="1" dirty="0">
              <a:solidFill>
                <a:srgbClr val="00B0F0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/>
              <a:t>-</a:t>
            </a:r>
            <a:r>
              <a:rPr lang="en-US" sz="1800" dirty="0"/>
              <a:t> </a:t>
            </a:r>
            <a:r>
              <a:rPr lang="en-US" sz="2400" dirty="0">
                <a:solidFill>
                  <a:schemeClr val="tx2"/>
                </a:solidFill>
              </a:rPr>
              <a:t>G2 is strongest predictor of G3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- Failures drastically reduce G3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- Study time helps only failing students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- Absences hurt weak students more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- Alcohol affects behavior (absences, failures)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27835-C17B-CC16-90B8-245F73898901}"/>
              </a:ext>
            </a:extLst>
          </p:cNvPr>
          <p:cNvSpPr txBox="1"/>
          <p:nvPr/>
        </p:nvSpPr>
        <p:spPr>
          <a:xfrm>
            <a:off x="645132" y="454863"/>
            <a:ext cx="885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00B0F0"/>
                </a:solidFill>
              </a:rPr>
              <a:t>Descriptive Analytics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endParaRPr lang="en-IN" sz="3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26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45D5-3C62-1327-657B-19B9B516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785" y="421106"/>
            <a:ext cx="9404723" cy="39824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200" b="1" dirty="0"/>
              <a:t>Prescriptive Recommendations</a:t>
            </a:r>
            <a:endParaRPr lang="en-US" sz="2400" b="1" dirty="0"/>
          </a:p>
          <a:p>
            <a:pPr marL="0" indent="0">
              <a:spcBef>
                <a:spcPct val="0"/>
              </a:spcBef>
              <a:buNone/>
            </a:pPr>
            <a:r>
              <a:rPr lang="en-US" sz="1800" dirty="0"/>
              <a:t>- </a:t>
            </a:r>
            <a:r>
              <a:rPr lang="en-US" sz="2400" dirty="0">
                <a:solidFill>
                  <a:schemeClr val="tx2"/>
                </a:solidFill>
              </a:rPr>
              <a:t>Mid-year intervention for low-G2 students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- Increased study time for failed students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- Attendance monitoring for weak students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- Alcohol awareness for ages 17–20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/>
                </a:solidFill>
              </a:rPr>
              <a:t>- Extra academic support for Math</a:t>
            </a:r>
          </a:p>
        </p:txBody>
      </p:sp>
    </p:spTree>
    <p:extLst>
      <p:ext uri="{BB962C8B-B14F-4D97-AF65-F5344CB8AC3E}">
        <p14:creationId xmlns:p14="http://schemas.microsoft.com/office/powerpoint/2010/main" val="236740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AD44-2D52-0945-FC9D-412FF361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781" y="2602359"/>
            <a:ext cx="10399425" cy="1874846"/>
          </a:xfrm>
        </p:spPr>
        <p:txBody>
          <a:bodyPr/>
          <a:lstStyle/>
          <a:p>
            <a:pPr algn="ctr"/>
            <a:r>
              <a:rPr lang="en-US" sz="6600" b="1" dirty="0"/>
              <a:t>THANK YOU !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79177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283</TotalTime>
  <Words>160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Calisto MT</vt:lpstr>
      <vt:lpstr>Wingdings</vt:lpstr>
      <vt:lpstr>Wingdings 2</vt:lpstr>
      <vt:lpstr>Slate</vt:lpstr>
      <vt:lpstr>Student Alcohol Consumption Analysis                Portuguese vs Math | Key Insights Summary </vt:lpstr>
      <vt:lpstr>Dataset Overview</vt:lpstr>
      <vt:lpstr>- Math failure rate (~33%) &gt; Portuguese (~15%) - Majority students have 0 past failures - G2 strongly mirrors G3 - Alcohol consumption increases with age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Sripriya yadav</dc:creator>
  <cp:lastModifiedBy>pranjalipatil590@gmail.com</cp:lastModifiedBy>
  <cp:revision>9</cp:revision>
  <dcterms:created xsi:type="dcterms:W3CDTF">2025-11-20T14:56:14Z</dcterms:created>
  <dcterms:modified xsi:type="dcterms:W3CDTF">2026-05-17T06:26:44Z</dcterms:modified>
</cp:coreProperties>
</file>